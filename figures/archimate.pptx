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7872"/>
  </p:normalViewPr>
  <p:slideViewPr>
    <p:cSldViewPr snapToGrid="0" showGuides="1">
      <p:cViewPr varScale="1">
        <p:scale>
          <a:sx n="118" d="100"/>
          <a:sy n="118" d="100"/>
        </p:scale>
        <p:origin x="80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92CC9-E3FE-5CF0-8AC6-88ED7AB9F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C43F9E-CDC8-D4C2-61C4-DE2722FB3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A99F91-867F-9B77-8E9F-9FC9EDA6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A750FF-7BBA-CB70-1661-C8967639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010270-A1EE-4218-2871-F4AD39D5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10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DCACD-2303-113F-0095-1E95EE84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04D43C-F7C8-A12F-E300-7AB6BD4D3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6894C9-BED5-314F-4065-2C9E5DD2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60C439-80C4-D3A9-5F78-27B60F1C6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933AD-D103-8183-B3CB-ECC11CF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37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578A3-EAD6-CC2F-0D26-1986B5D4A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08EF73-4006-5D3C-AFEA-8CD1602F3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570574-C7D2-27F4-8DA7-A59CA0EC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966020-BE4C-6C19-0B6A-DB012FAD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54A0EB-F39A-30AD-E75D-BB0C5BA8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07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BB3FC-76AC-BCD9-D25E-568D63E5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BE40C8-0E46-8EE4-804D-07D81F594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B13B0D-3C65-1E3E-E313-A250FFEDC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72F49C-FC0C-D10D-2119-01276FF6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56B945-9C5B-470E-E64C-6A292FA2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7C3126-00FE-6BFA-BA7E-8A253410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097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61A3C4-08AD-EFF3-5FD1-F6AE2EB2B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37048-2651-4038-92CA-81490CE10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0D2AA63-D036-C32C-A928-51178CB53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6C61A7-4B4F-1293-4096-272F5E960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61DE44D-8EED-FE9F-3A51-E26B88D2D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4A35582-B649-7C99-6DB6-3FE252F0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23045F-8E61-2C3A-F5A1-1E7AC786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FF831A-2F42-43C3-2D18-3515C91F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70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6FAD63-B622-927C-843C-750D8889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67A87E9-2B07-871A-B74B-BACBF3C5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2232540-40FF-6FBF-78C4-FA79C9C7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646D9C-BED3-81C6-E609-62687CF0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17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5BBCC3-5C5D-00B1-165B-9B201A3A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468562-A176-04FB-E31A-012F2AA5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BBCB0B-0159-F419-EA8E-BEDE7EA2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858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77F98-135D-E1B5-27AE-4CFF199C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D4CA6-5B97-A4B7-89FD-D404A39C9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C8AF5A-E651-55F3-E571-64256B800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F3C42D-9EA8-ACDA-DD37-5EDC45F1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905480-08FC-64F4-6C00-1FA7501B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D3F1F2-EA38-DDA8-C7CB-F9B4C595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828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65EE7-DA6C-2BA5-9E12-5285E3DA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3054309-AA52-9C65-D9E7-96D25636E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960DEA-A9C2-CAE4-2696-7EAEBC34E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FCF068-99F3-4EC4-AFD2-6536C95E7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C80BEA-03AD-35E2-8A61-DAD80339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A33878-485B-A5A3-CDE2-41218C8B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19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00F62-3CD4-2E4C-6EDC-E5A57130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EFD702-57C2-56D1-1846-8FF08D072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990B97-B97D-7BB5-BAE7-6A1B9EE4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F9A4A9-F51E-9278-EB7E-91AB8718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E1BBF2-35A1-D7F1-6728-7A02E0FF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772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3B1CF0-10DD-9883-3580-AFE623FFE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0C12F1-E6F8-4D30-A6FC-C85578142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192344-1AF9-B1BA-4E71-C37269FE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9C683-7556-D94E-8BAD-B66A0EFB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83CA7C-1F0D-9926-AF85-7D2AA11F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5B4F29C-A131-FD18-3489-EF702322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E66EC0-3DB5-47B9-B135-0A20E9C7F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8F33F0-AB16-CD1F-23B3-805310C6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1B7BD-0C80-1C4A-A801-189EEDD45793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82E2D9-3898-A4B3-7B83-CE89D1F721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9BE6F-9297-7767-9B8D-303CD3C3B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7357C-C7DD-AD45-B95A-2F7B2FA7D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42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7852A114-EBCE-A1D8-ED95-357CBB3039A9}"/>
              </a:ext>
            </a:extLst>
          </p:cNvPr>
          <p:cNvGrpSpPr/>
          <p:nvPr/>
        </p:nvGrpSpPr>
        <p:grpSpPr>
          <a:xfrm>
            <a:off x="2279650" y="1200150"/>
            <a:ext cx="7632700" cy="4457700"/>
            <a:chOff x="2279650" y="1200150"/>
            <a:chExt cx="7632700" cy="4457700"/>
          </a:xfrm>
        </p:grpSpPr>
        <p:pic>
          <p:nvPicPr>
            <p:cNvPr id="5" name="Image 4" descr="Une image contenant texte, capture d’écran, nombre, diagramme&#10;&#10;Description générée automatiquement">
              <a:extLst>
                <a:ext uri="{FF2B5EF4-FFF2-40B4-BE49-F238E27FC236}">
                  <a16:creationId xmlns:a16="http://schemas.microsoft.com/office/drawing/2014/main" id="{4F7A58E8-B98C-5C86-A40E-B0CB7497B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9650" y="1200150"/>
              <a:ext cx="7632700" cy="4457700"/>
            </a:xfrm>
            <a:prstGeom prst="rect">
              <a:avLst/>
            </a:prstGeom>
          </p:spPr>
        </p:pic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F91884B-E276-5F66-1B5E-145AF6EA37D3}"/>
                </a:ext>
              </a:extLst>
            </p:cNvPr>
            <p:cNvSpPr/>
            <p:nvPr/>
          </p:nvSpPr>
          <p:spPr>
            <a:xfrm>
              <a:off x="7327876" y="4106327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0D54424-782B-9502-9386-6ECA11067EF2}"/>
                </a:ext>
              </a:extLst>
            </p:cNvPr>
            <p:cNvSpPr/>
            <p:nvPr/>
          </p:nvSpPr>
          <p:spPr>
            <a:xfrm>
              <a:off x="7327876" y="3601906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4BF545A-9C25-F16A-527A-6D65CDD4F288}"/>
                </a:ext>
              </a:extLst>
            </p:cNvPr>
            <p:cNvSpPr/>
            <p:nvPr/>
          </p:nvSpPr>
          <p:spPr>
            <a:xfrm>
              <a:off x="6173070" y="3601906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C4C69D01-4D50-D1ED-5795-D71D0961212C}"/>
                </a:ext>
              </a:extLst>
            </p:cNvPr>
            <p:cNvSpPr/>
            <p:nvPr/>
          </p:nvSpPr>
          <p:spPr>
            <a:xfrm>
              <a:off x="7316997" y="3097485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3EA8964-43F2-F3A7-252B-E20264328361}"/>
                </a:ext>
              </a:extLst>
            </p:cNvPr>
            <p:cNvSpPr/>
            <p:nvPr/>
          </p:nvSpPr>
          <p:spPr>
            <a:xfrm>
              <a:off x="6161488" y="3099101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C22A8DEA-6A9E-F953-994E-67BC8E77D014}"/>
                </a:ext>
              </a:extLst>
            </p:cNvPr>
            <p:cNvSpPr/>
            <p:nvPr/>
          </p:nvSpPr>
          <p:spPr>
            <a:xfrm>
              <a:off x="5005979" y="3099101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1855F759-F14F-4740-885F-8DDEBB110EDB}"/>
                </a:ext>
              </a:extLst>
            </p:cNvPr>
            <p:cNvSpPr/>
            <p:nvPr/>
          </p:nvSpPr>
          <p:spPr>
            <a:xfrm>
              <a:off x="8472506" y="3097484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0F5796AF-60F9-1F7E-7926-B07E282DAD5B}"/>
                </a:ext>
              </a:extLst>
            </p:cNvPr>
            <p:cNvSpPr/>
            <p:nvPr/>
          </p:nvSpPr>
          <p:spPr>
            <a:xfrm>
              <a:off x="7316997" y="2553188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316C95D4-0048-17BA-7808-E482CB12EF08}"/>
                </a:ext>
              </a:extLst>
            </p:cNvPr>
            <p:cNvSpPr/>
            <p:nvPr/>
          </p:nvSpPr>
          <p:spPr>
            <a:xfrm>
              <a:off x="6161488" y="2554804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B1AC808-40DC-D3EA-0D73-8F71AA1D782F}"/>
                </a:ext>
              </a:extLst>
            </p:cNvPr>
            <p:cNvSpPr/>
            <p:nvPr/>
          </p:nvSpPr>
          <p:spPr>
            <a:xfrm>
              <a:off x="5005979" y="2554804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256F2D28-BA29-2C7C-B356-33D2D003FB88}"/>
                </a:ext>
              </a:extLst>
            </p:cNvPr>
            <p:cNvSpPr/>
            <p:nvPr/>
          </p:nvSpPr>
          <p:spPr>
            <a:xfrm>
              <a:off x="7316997" y="2058982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99B721D-D3B9-EB23-753A-AD68A79609A3}"/>
                </a:ext>
              </a:extLst>
            </p:cNvPr>
            <p:cNvSpPr/>
            <p:nvPr/>
          </p:nvSpPr>
          <p:spPr>
            <a:xfrm>
              <a:off x="6161488" y="2060598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FF06E32B-6613-374D-93EE-EAC466E1A009}"/>
                </a:ext>
              </a:extLst>
            </p:cNvPr>
            <p:cNvSpPr/>
            <p:nvPr/>
          </p:nvSpPr>
          <p:spPr>
            <a:xfrm>
              <a:off x="8472505" y="2058981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AC41388-6FEE-CFC6-8707-FD3B2E28A0C9}"/>
                </a:ext>
              </a:extLst>
            </p:cNvPr>
            <p:cNvSpPr/>
            <p:nvPr/>
          </p:nvSpPr>
          <p:spPr>
            <a:xfrm>
              <a:off x="7327876" y="4610748"/>
              <a:ext cx="175365" cy="17536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79039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lagadec</dc:creator>
  <cp:lastModifiedBy>loic lagadec</cp:lastModifiedBy>
  <cp:revision>2</cp:revision>
  <dcterms:created xsi:type="dcterms:W3CDTF">2026-02-16T10:59:27Z</dcterms:created>
  <dcterms:modified xsi:type="dcterms:W3CDTF">2026-02-16T11:06:20Z</dcterms:modified>
</cp:coreProperties>
</file>